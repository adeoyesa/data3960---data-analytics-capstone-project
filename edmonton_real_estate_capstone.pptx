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Edmonton Real Estate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Preparation, Analysis &amp;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